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 service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Synthetic field service results; no real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1. Service path</a:t>
            </a:r>
          </a:p>
          <a:p>
            <a:pPr>
              <a:defRPr sz="2600"/>
            </a:pPr>
            <a:r>
              <a:t>2. Completed visits</a:t>
            </a:r>
          </a:p>
          <a:p>
            <a:pPr>
              <a:defRPr sz="2600"/>
            </a:pPr>
            <a:r>
              <a:t>3. Boundaries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Request -&gt; Dispatch -&gt; Field visit -&gt; Review</a:t>
            </a:r>
          </a:p>
          <a:p>
            <a:pPr>
              <a:defRPr sz="2600"/>
            </a:pPr>
            <a:r>
              <a:t>A failed review returns to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visits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East 10; Central 15; West 20. Total 45 visits.</a:t>
            </a:r>
          </a:p>
          <a:p>
            <a:pPr>
              <a:defRPr sz="2600"/>
            </a:pPr>
            <a:r>
              <a:t>These are counts, not rates.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10058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Five source slides including this page.</a:t>
            </a:r>
          </a:p>
          <a:p>
            <a:pPr>
              <a:defRPr sz="2600"/>
            </a:pPr>
            <a:r>
              <a:t>Costs unavailable. No forecast or confidence interval was supplied.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